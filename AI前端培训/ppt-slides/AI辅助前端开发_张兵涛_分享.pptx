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66FF"/>
                </a:solidFill>
              </a:defRPr>
            </a:pPr>
            <a:r>
              <a:t>AI 辅助前端开发实战分享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r>
              <a:t>工程落地版 · 从认知打通到工作流重塑</a:t>
            </a:r>
          </a:p>
          <a:p/>
          <a:p>
            <a:r>
              <a:t>主讲人：张兵涛 (前端开发工程师)</a:t>
            </a:r>
          </a:p>
          <a:p>
            <a:r>
              <a:t>2026 · 内部培训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开场：5 分钟感受 AI 能力边界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用一段真实的系统搭建作为引子：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输入：🎨 Figma 设计稿结构图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上下文：📄 ApiFox 接口文档契约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输出：💻 极高还原度成品页面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核心思考：AI 是执行高手，方向必须由人定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先确认设计与接口契约，再让 AI 入场并行开发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目录大纲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Part 01：认知与武器库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解决“是什么”与“用什么”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Part 02：工作流重塑与实操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解决开发过程中的旧习惯痛点，给出“怎么用”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Part 03：避坑指南与沉淀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最高危操作警示与防踩雷，从个人到团队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FF"/>
                </a:solidFill>
              </a:defRPr>
            </a:pPr>
            <a:r>
              <a:t>Part 01: 认知与武器库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01. 工具演化与本质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02. 能力边界与适用场景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03. 三大核心抓手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01. 工具的演化与本质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阶段一：补全式 (如 Copilot)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强项：内联语法打字机。缺点：无全局项目感知。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阶段二：会话式 (如 ChatGPT)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强项：强问答找错。缺点：上下文易断裂，需人工大量CV。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阶段三：工程化闭环 (如 Antigravity)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强项：具备全仓记忆，实现 Chat -&gt; Edit -&gt; Commit 端到端。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02. 能力边界划定：何时放权？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✅ 大胆交给 AI（脏活累活）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骨架生成、大批量API替换/TS化、复杂堆栈查错、写注释。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⚠️ 一定要靠人工（核心决策）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底层架构套路、组件体系切分、需求真伪验证。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防沉迷准则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当 AI 磨蹭 15 分钟给不出方向时，必须人工介入叫停。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03. 掌控 AI 的三大核心抓手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1. RAG (知识供给)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将接口与设计文档喂给 AI，建立当前领域事实层。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2. Skill (指令护栏)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把团队的代码要求（不能Any，命名法则）变成强制指令。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3. Workflow (标准链路)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制定标准的推进工序流程，像剧本一样驱动 AI 执行。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FF"/>
                </a:solidFill>
              </a:defRPr>
            </a:pPr>
            <a:r>
              <a:t>Part 02: 工作流重塑与实操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01. 旧习惯痛点 vs 新 6 步法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02. 实战 A：从零建页演示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03. 实战 B：存量庞大组件重构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01. 旧习惯的痛点 vs 新型 6 步流水线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告别口述猜想 -&gt; 改为【方案先行，任务拆解再编码】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AI 辅助下的全新六步：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① 需求理解与方案（人工）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② 技术架构团队对齐（人工）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③ 颗粒化 Task 计划罗列（核心转折点）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④ AI 驱动编码：一任务一提交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⑤ MCP 集成 ApiFox 即时联调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⑥ 全面 Code Review（把控质量）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02. 实战 A：从零建页演示流程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Step 1：喂入需求大纲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引入 Figma 结构让 AI 理清布局关系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Step 2：抽取骨架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直出全套空白 UI 组件树代码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Step 3：直连契约生成处理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引入 Swagger/API 结构，自动配平字段处理方案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结论体验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前端无需苦等后端进度接口布完才可联调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03. 实战 B：面对 500 行的遗留代码怎么改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历史欠债的安全切块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先让 AI 生成整体依赖思维导图，理清脉络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强人工干预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AI 给出《拆借计划》-&gt; 人工确认/否决 -&gt; 再开始生成代码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断点加固测试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用 AI 一并补齐历史空白的边界异常数据处理（如网络错误空降落伞）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b="1">
                <a:solidFill>
                  <a:srgbClr val="0066FF"/>
                </a:solidFill>
              </a:defRPr>
            </a:pPr>
            <a:r>
              <a:t>Part 03: 避坑指南与经验沉淀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01. 致命操作的防范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02. 架构控制权的陷阱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03. 如何实现向团队推广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01. 致命操作避坑 (Top 3 翻车重灾区)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坑 1：需求连自己都没理顺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垃圾需求输入 -&gt; 高难度乱涂输出 -&gt; 巨额维护灾难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坑 2：指派的活儿包太厚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一次给 AI 下达十几个分散的修改命令极易造成上下文崩塌幻觉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坑 3：盲信提交，免除把关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直接把 AI 的修改点推上线，缺乏 Review 的黑盒极具毁灭性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02. 警惕：工程架构控制权剥夺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AI 的万金油陷阱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它随时可能抛出并不符合本项目旧基建的时髦重构方案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黑盒逻辑的积累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无人懂这段连线代码是干嘛的，3个月后就是个无法维护的雷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解决准则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必须始终“能说明白 AI 写的每行判断依据”，否则不予通过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A1F36"/>
                </a:solidFill>
              </a:defRPr>
            </a:pPr>
            <a:r>
              <a:t>03. 从个人破冰到团队推广沉淀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拒绝一个人造车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个人的零碎 Prompt 应该汇总在 .rules 或公库资产中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标准化复用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提炼团队最高频痛点，建立 2-3 套公用 Workflow 护航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落地推进节奏</a:t>
            </a:r>
          </a:p>
          <a:p>
            <a:pPr>
              <a:spcBef>
                <a:spcPts val="1400"/>
              </a:spcBef>
              <a:defRPr sz="2400">
                <a:solidFill>
                  <a:srgbClr val="1A1F36"/>
                </a:solidFill>
              </a:defRPr>
            </a:pPr>
            <a:r>
              <a:t>个人通关 -&gt; 分享小圈 -&gt; 半年微迭代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0" y="2286000"/>
            <a:ext cx="4114800" cy="3657600"/>
          </a:xfrm>
          <a:prstGeom prst="rect">
            <a:avLst/>
          </a:prstGeom>
          <a:noFill/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solidFill>
                  <a:srgbClr val="64748B"/>
                </a:solidFill>
              </a:defRPr>
            </a:pPr>
            <a:r>
              <a:t>[预留图片/截图添加区]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066FF"/>
                </a:solidFill>
              </a:defRPr>
            </a:pPr>
            <a:r>
              <a:t>Q &amp; 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64748B"/>
                </a:solidFill>
              </a:defRPr>
            </a:pPr>
            <a:r>
              <a:t>共识认知边界 · 重塑开发流程 · 沉淀共有资产</a:t>
            </a:r>
          </a:p>
          <a:p/>
          <a:p>
            <a:r>
              <a:t>谢谢大家！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1904</Words>
  <Application>WPS 演示</Application>
  <PresentationFormat>On-screen Show (4:3)</PresentationFormat>
  <Paragraphs>156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Calibri</vt:lpstr>
      <vt:lpstr>Helvetica Neue</vt:lpstr>
      <vt:lpstr>宋体</vt:lpstr>
      <vt:lpstr>汉仪书宋二KW</vt:lpstr>
      <vt:lpstr>微软雅黑</vt:lpstr>
      <vt:lpstr>汉仪旗黑</vt:lpstr>
      <vt:lpstr>Arial Unicode MS</vt:lpstr>
      <vt:lpstr>Apple Color Emoji</vt:lpstr>
      <vt:lpstr>Office Theme</vt:lpstr>
      <vt:lpstr>AI 辅助前端开发实战分享</vt:lpstr>
      <vt:lpstr>开场：5 分钟感受 AI 能力边界</vt:lpstr>
      <vt:lpstr>目录大纲</vt:lpstr>
      <vt:lpstr>Part 01: 认知与武器库</vt:lpstr>
      <vt:lpstr>01. 工具的演化与本质</vt:lpstr>
      <vt:lpstr>02. 能力边界划定：何时放权？</vt:lpstr>
      <vt:lpstr>03. 掌控 AI 的三大核心抓手</vt:lpstr>
      <vt:lpstr>Part 02: 工作流重塑与实操</vt:lpstr>
      <vt:lpstr>01. 旧习惯的痛点 vs 新型 6 步流水线</vt:lpstr>
      <vt:lpstr>02. 实战 A：从零建页演示流程</vt:lpstr>
      <vt:lpstr>03. 实战 B：面对 500 行的遗留代码怎么改</vt:lpstr>
      <vt:lpstr>Part 03: 避坑指南与经验沉淀</vt:lpstr>
      <vt:lpstr>01. 致命操作避坑 (Top 3 翻车重灾区)</vt:lpstr>
      <vt:lpstr>02. 警惕：工程架构控制权剥夺</vt:lpstr>
      <vt:lpstr>03. 从个人破冰到团队推广沉淀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krui</cp:lastModifiedBy>
  <cp:revision>2</cp:revision>
  <dcterms:created xsi:type="dcterms:W3CDTF">2026-03-10T03:25:30Z</dcterms:created>
  <dcterms:modified xsi:type="dcterms:W3CDTF">2026-03-10T03:25:30Z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B06B32130F4D9CBC298FAF69D8679B49_42</vt:lpwstr>
  </property>
  <property fmtid="{D5CDD505-2E9C-101B-9397-08002B2CF9AE}" pid="3" name="KSOProductBuildVer">
    <vt:lpwstr>2052-6.7.1.8828</vt:lpwstr>
  </property>
</Properties>
</file>