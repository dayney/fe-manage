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66FF"/>
                </a:solidFill>
                <a:latin typeface="微软雅黑"/>
              </a:defRPr>
            </a:pPr>
            <a:r>
              <a:t>AI 辅助前端开发实战分享</a:t>
            </a:r>
          </a:p>
          <a:p>
            <a:pPr>
              <a:spcBef>
                <a:spcPts val="2000"/>
              </a:spcBef>
              <a:defRPr sz="2800" b="0">
                <a:solidFill>
                  <a:srgbClr val="64748B"/>
                </a:solidFill>
                <a:latin typeface="微软雅黑"/>
              </a:defRPr>
            </a:pPr>
            <a:r>
              <a:t>工程落地版 · 从认知打通到工作流重塑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主讲人：张兵涛 (前端开发工程师)   |   2026 内部培训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71600"/>
            <a:ext cx="41148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64748B"/>
                </a:solidFill>
                <a:latin typeface="微软雅黑"/>
              </a:defRPr>
            </a:pPr>
            <a:r>
              <a:t>📸 [替换为你想要的封面配图]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开场案例：5 分钟感受 AI 能力边界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真实的系统搭建流程：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输入：🎨 Figma 设计稿结构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上下文：📄 ApiFox 接口文档契约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输出：💻 高还原度成品页面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黄金法则：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先确认设计与接口契约，再让 AI 接管繁重代码。AI 是执行高手，方向必须由人定。</a:t>
            </a:r>
          </a:p>
        </p:txBody>
      </p:sp>
      <p:pic>
        <p:nvPicPr>
          <p:cNvPr id="5" name="Picture 4" descr="ppt_case_intro_177310798905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大纲概览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66FF"/>
                </a:solidFill>
                <a:latin typeface="微软雅黑"/>
              </a:defRPr>
            </a:pPr>
            <a:r>
              <a:t>Part 01</a:t>
            </a:r>
            <a:br/>
            <a:r>
              <a:t>认知与武器库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解决“是什么”与“用什么”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工具的谱系演化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能力边界划定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三大核心抓手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20040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微软雅黑"/>
              </a:defRPr>
            </a:pPr>
            <a:r>
              <a:t>Part 02</a:t>
            </a:r>
            <a:br/>
            <a:r>
              <a:t>工作流重塑与实操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解决“怎么用”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告别旧习惯痛点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从零建页实战演练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500行老组件大重构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286000"/>
            <a:ext cx="3200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10B981"/>
                </a:solidFill>
                <a:latin typeface="微软雅黑"/>
              </a:defRPr>
            </a:pPr>
            <a:r>
              <a:t>Part 03</a:t>
            </a:r>
            <a:br/>
            <a:r>
              <a:t>避坑指南与沉淀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防踩雷，保效率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TOP3 致命翻车操作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架构控制权陷阱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向团队推广落地资产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28600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  <a:p>
            <a:pPr>
              <a:spcBef>
                <a:spcPts val="2000"/>
              </a:spcBef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认知与武器库</a:t>
            </a:r>
          </a:p>
          <a:p>
            <a:pPr>
              <a:spcBef>
                <a:spcPts val="2000"/>
              </a:spcBef>
              <a:defRPr sz="2400" b="0">
                <a:solidFill>
                  <a:srgbClr val="FFFFFF"/>
                </a:solidFill>
                <a:latin typeface="微软雅黑"/>
              </a:defRPr>
            </a:pPr>
            <a:r>
              <a:t>解决“是什么”与“用什么”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01. 工具的演化与本质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64748B"/>
                </a:solidFill>
                <a:latin typeface="微软雅黑"/>
              </a:defRPr>
            </a:pPr>
            <a:r>
              <a:t>阶段一：补全式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代表：GitHub Copilot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强项：内联语法打字机，极速补写单行或函数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短板：无全局项目感知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👉 就像个打字快的小弟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微软雅黑"/>
              </a:defRPr>
            </a:pPr>
            <a:r>
              <a:t>阶段二：会话式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代表：ChatGPT </a:t>
            </a:r>
            <a:r>
              <a:rPr lang="en-US"/>
              <a:t>/ </a:t>
            </a:r>
            <a:r>
              <a:rPr lang="zh-CN" altLang="en-US"/>
              <a:t>千问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强项：交互解题与查错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短板：上下文极易断裂，需人工大量 C+V (复制粘贴)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👉 就像外包高级技术顾问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4592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474720" cy="4114800"/>
          </a:xfrm>
          <a:prstGeom prst="roundRect">
            <a:avLst/>
          </a:prstGeom>
          <a:solidFill>
            <a:srgbClr val="EBF4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66FF"/>
                </a:solidFill>
                <a:latin typeface="微软雅黑"/>
              </a:defRPr>
            </a:pPr>
            <a:r>
              <a:t>阶段三：工程化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代表：Antigravity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强项：具备全仓记忆图谱，实现 Chat -&gt; Edit -&gt; Commit 端到端闭环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👉 就像具备全局视角的工程管家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645920"/>
            <a:ext cx="34747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02. 能力边界划定：何时放权？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66FF"/>
                </a:solidFill>
                <a:latin typeface="微软雅黑"/>
              </a:defRPr>
            </a:pPr>
            <a:r>
              <a:t>✅ 大胆交给 AI（脏活累活）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骨架生成：按图层反出 Vue/React 模板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批量平替：API迁移、JS转TS、重命名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日志查错：堆栈提取报错根源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全能辅笔：写注释、枚举冗长的边界用例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微软雅黑"/>
              </a:defRPr>
            </a:pPr>
            <a:r>
              <a:t>⚠️ 一定靠人工主导（核心决策）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需求把脉：业务算命，AI 听不懂潜规则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底层架构：组件体系怎么拆，选什么库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代码兜底：Code Review的最终拍板权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【防沉迷准则】：当 AI 在一个点卡了 15 分钟无产出时，必须立刻人工接管寻找新方案。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03. 掌控 AI 的三大核心抓手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掌握它们，AI 就从“野生工具”变成“规范资产”。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66FF"/>
                </a:solidFill>
                <a:latin typeface="微软雅黑"/>
              </a:defRPr>
            </a:pPr>
            <a:r>
              <a:t>1. RAG (知识供给)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将外部的 ApiFox 契约、需求文档喂给 AI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建立当前业务开发的事实防线，防止幻觉乱编接口。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10B981"/>
                </a:solidFill>
                <a:latin typeface="微软雅黑"/>
              </a:defRPr>
            </a:pPr>
            <a:r>
              <a:t>2. Skill (规范指令)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把团队的口口相传的代码规范（不能Any，命名必须CamalCase）固化成强制系统指令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像护栏一样框死 AI 的输出风格。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28600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28600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微软雅黑"/>
              </a:defRPr>
            </a:pPr>
            <a:r>
              <a:t>3. Workflow (标准链路)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针对复杂高频动作，制定标准的流水线工序：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读文档 -&gt; 写测试纲要 -&gt; 依纲要编写代码 -&gt; 清理验证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一键触发标准开发。 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28600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  <a:p>
            <a:pPr>
              <a:spcBef>
                <a:spcPts val="2000"/>
              </a:spcBef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工作流重塑与实操</a:t>
            </a:r>
          </a:p>
          <a:p>
            <a:pPr>
              <a:spcBef>
                <a:spcPts val="2000"/>
              </a:spcBef>
              <a:defRPr sz="2400" b="0">
                <a:solidFill>
                  <a:srgbClr val="FFFFFF"/>
                </a:solidFill>
                <a:latin typeface="微软雅黑"/>
              </a:defRPr>
            </a:pPr>
            <a:r>
              <a:t>解决“怎么用”的痛点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01. 旧习惯痛点 vs 新 6 步法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02920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64748B"/>
                </a:solidFill>
                <a:latin typeface="微软雅黑"/>
              </a:defRPr>
            </a:pPr>
            <a:r>
              <a:t>👎 过去痛点：口述需求，边猜边写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理解偏差极大，导致严重的二次返工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代码样板全靠手搓，手柄耗时长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• 联调痛苦：接口对不上，全版 console.log 抓瞎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02920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943600" cy="4572000"/>
          </a:xfrm>
          <a:prstGeom prst="roundRect">
            <a:avLst/>
          </a:prstGeom>
          <a:solidFill>
            <a:srgbClr val="EBF4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66FF"/>
                </a:solidFill>
                <a:latin typeface="微软雅黑"/>
              </a:defRPr>
            </a:pPr>
            <a:r>
              <a:t>🚀 新型 AI 增强 6 步推进法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① 人工主导：架构设计与需求理解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② 团队对齐：确定技术方案再动工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③ 颗粒拆解：列出极细的任务列表 (最容易跳过)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④ AI 驱动：一 Task 一交付，即时反馈查验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⑤ 接口联调：集成本地接口定义，精准打通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⑥ 高质审核：专注 Code Review 与可维护性质检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645920"/>
            <a:ext cx="594360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02. 实战 A：从零建页演示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Step 1：喂入需求大纲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告诉 AI 这是个什么页面，有哪些功能模块。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Step 2：抽取骨架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基于结构搭建出基础组件树 (Card/Table/Form)。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Step 3：直连契约注入逻辑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依据接口 Schema 一次性配平拦截器、异常、加载状态。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爽点：无需等后端写完接口，有一份文档前端即刻完成。 </a:t>
            </a:r>
          </a:p>
        </p:txBody>
      </p:sp>
      <p:pic>
        <p:nvPicPr>
          <p:cNvPr id="5" name="Picture 4" descr="media__177310950289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760720" cy="33529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03. 实战 B：存量巨无霸组件重构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应对 500 行无注释老代码的安全套路：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1. 全盘拉取分析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扫读全组件，生成现存逻辑图谱。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2. 勒令生成『切分计划』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由 AI 先出计划，【强人工介入评审】确认方案。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3. 断点式改造与边界加固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切分 State / View / API，重写一部分验证一部分；用 AI 并行补齐极端的边界拦截校验。</a:t>
            </a:r>
          </a:p>
        </p:txBody>
      </p:sp>
      <p:pic>
        <p:nvPicPr>
          <p:cNvPr id="5" name="Picture 4" descr="media__17731095426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760720" cy="31503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  <a:p>
            <a:pPr>
              <a:spcBef>
                <a:spcPts val="2000"/>
              </a:spcBef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避坑指南与团队沉淀</a:t>
            </a:r>
          </a:p>
          <a:p>
            <a:pPr>
              <a:spcBef>
                <a:spcPts val="2000"/>
              </a:spcBef>
              <a:defRPr sz="2400" b="0">
                <a:solidFill>
                  <a:srgbClr val="FFFFFF"/>
                </a:solidFill>
                <a:latin typeface="微软雅黑"/>
              </a:defRPr>
            </a:pPr>
            <a:r>
              <a:t>防踩雷，从个人到团队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01. 致命操作避坑 (Top 3 翻车重灾区)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4114800"/>
          </a:xfrm>
          <a:prstGeom prst="round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EF4444"/>
                </a:solidFill>
                <a:latin typeface="微软雅黑"/>
              </a:defRPr>
            </a:pPr>
            <a:r>
              <a:t>🔥 需求不清就撒手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最致命行为！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没有清晰文档就让AI自由发挥，垃圾进必定导致垃圾出，南辕北辙带来毁灭级返工重写。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411480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微软雅黑"/>
              </a:defRPr>
            </a:pPr>
            <a:r>
              <a:t>🍔 一次指令塞太多要求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让 AI 同时修 10 个地方。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直接导致多源文件上下文崩塌、幻觉乱发、丢失编辑上下文。必须打细颗粒度派发任务。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657600" cy="411480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微软雅黑"/>
              </a:defRPr>
            </a:pPr>
            <a:r>
              <a:t>⚠️ 盲信直接提交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对 AI 编辑内容不做测试和肉眼核对直接 Git commit。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必须坚持人工 Code Review 把守最后防线（特别是潜藏的魔法数字和废弃引入）。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37160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02. 架构与控制权的隐性剥夺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警惕 AI 的万金油综合症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它倾向推荐通用或最新潮的技术架构，无视你项目盘根错节的历史负债情况。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黑盒逻辑的技术债灾难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长期靠 AI 修补核心模块，几个月后宕机，连你自己都看不懂这段逻辑是为了啥。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安全准则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“哪怕是 AI 生成的，你也必须说得出每一行的存在依据。”</a:t>
            </a:r>
          </a:p>
        </p:txBody>
      </p:sp>
      <p:pic>
        <p:nvPicPr>
          <p:cNvPr id="5" name="Picture 4" descr="ppt_pitfalls_warning_17731080067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03. 从个人破冰到团队资产大跃迁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拒绝各自“闭门造车”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好用的规则（Prompt）都是被坑喂出来的。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必须沉淀到项目的 .rules 规范池，形成团队护城河。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推进落地四段论：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① 个人先通关核心全闭环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② 凝练 2-3 个通用痛点 Workflow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③ 半拉半推引入相关人员尝试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④ 微缩迭代全面推广提振团队</a:t>
            </a:r>
            <a:r>
              <a:rPr lang="zh-CN"/>
              <a:t>人</a:t>
            </a:r>
            <a:r>
              <a:t>效</a:t>
            </a:r>
          </a:p>
        </p:txBody>
      </p:sp>
      <p:pic>
        <p:nvPicPr>
          <p:cNvPr id="5" name="Picture 4" descr="media__177311160529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760720" cy="31503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31720"/>
            <a:ext cx="109728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共识认知边界 · 重塑开发流程 · 沉淀共有资产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谢谢聆听！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2295</Words>
  <Application>WPS 演示</Application>
  <PresentationFormat>On-screen Show (4:3)</PresentationFormat>
  <Paragraphs>183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Apple Color Emoji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krui</cp:lastModifiedBy>
  <cp:revision>4</cp:revision>
  <dcterms:created xsi:type="dcterms:W3CDTF">2026-03-10T03:40:23Z</dcterms:created>
  <dcterms:modified xsi:type="dcterms:W3CDTF">2026-03-10T03:40:23Z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525242A94D45CB481092AF6917071CE2_42</vt:lpwstr>
  </property>
  <property fmtid="{D5CDD505-2E9C-101B-9397-08002B2CF9AE}" pid="3" name="KSOProductBuildVer">
    <vt:lpwstr>2052-6.7.1.8828</vt:lpwstr>
  </property>
</Properties>
</file>